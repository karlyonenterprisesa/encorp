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estudo de campo os dados são recolhidos no contexto real, com instrumentos como questionários, entrevistas ou observação.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Planear. Defina a população e a amostra Escolha o instrumento Teste o instrumento num pequeno grupo (pré-teste) Obtenha as autorizações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Recolher. Explique o objectivo e peça consentimento Aplique o instrumento de forma padronizada Garanta anonimato Registe os dados com cuidado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Analisar. Organize os dados Use estatística descritiva ou análise de conteúdo Apresente em tabelas e gráficos claros Discuta à luz da literatura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DE MONOGRAFIAS EM ENFERMAGEM: DA PESQUISA CIENTÍFICA À DEFESA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campo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de 6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Recolha de dados no contexto real.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SLIDE 1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a população e a amostra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instrumento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o instrumento num pequeno grupo (pré-teste)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Obtenha as autorizações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SLIDE 2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Recolher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o objectivo e peça consentimento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o instrumento de forma padronizada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Garanta anonimato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 os dados com cuidado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SLIDE 3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os dados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estatística descritiva ou análise de conteúdo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Apresente em tabelas e gráficos claros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à luz da literatura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Estudo de campo — Elaboração de Monografias em Enfermagem: Da Pesquisa Científica à Defesa</dc:title>
  <dc:subject>Elaboração de Monografias em Enfermagem: Da Pesquisa Científica à Defesa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