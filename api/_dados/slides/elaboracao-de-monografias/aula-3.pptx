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Citar correctamente evita o plágio e dá credibilidade ao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Formatação. Siga as normas da instituição (margens, letra, espaçamento) Numere as páginas e títulos de forma consistente Legende tabelas e figuras Reveja ortografia e coerência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Citações. Toda a ideia de outro autor deve ser citada Citação directa: entre aspas, com página Citação indirecta: paráfrase com a fonte Copiar sem indicar é plágio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Estilos de referência. Vancouver: numérico, muito usado em saúde APA: autor e data ABNT: usado em muitas instituições de língua portuguesa Use sempre o exigido e seja consistente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DE MONOGRAFIAS EM ENFERMAGEM: DA PESQUISA CIENTÍFICA À DEFESA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Formatação e referências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de 6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de apresentação e citação de fontes.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as normas da instituição (margens, letra, espaçamento)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Numere as páginas e títulos de forma consistente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Legende tabelas e figuras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Reveja ortografia e coerência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Citações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ideia de outro autor deve ser citada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Citação directa: entre aspas, com página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Citação indirecta: paráfrase com a fonte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sem indicar é plágio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de referência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Vancouver: numérico, muito usado em saúde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APA: autor e data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ABNT: usado em muitas instituições de língua portuguesa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sempre o exigido e seja consistente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Formatação e referências — Elaboração de Monografias em Enfermagem: Da Pesquisa Científica à Defesa</dc:title>
  <dc:subject>Elaboração de Monografias em Enfermagem: Da Pesquisa Científica à Defesa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