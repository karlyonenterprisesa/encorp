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monografia tem três grandes blocos: pré-textual, textual e pós-textual.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Pré-textual. Capa e folha de rosto Dedicatória e agradecimentos (opcionais) Resumo e palavras-chave Listas e sumário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Textual. Introdução: tema, problema, objectivos e justificativa Desenvolvimento: revisão da literatura, metodologia, resultados e discussão Conclusão: responde aos objectivos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Pós-textual. Referências Apêndices (produzidos pelo autor) Anexos (documentos de terceiros) Siga o modelo exigido pela sua instituição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DE MONOGRAFIAS EM ENFERMAGEM: DA PESQUISA CIENTÍFICA À DEFESA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monografia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de 6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pré-textuais, textuais e pós-textuais.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Pré-textual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e folha de rosto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Dedicatória e agradecimentos (opcionais)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palavras-chave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e sumário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Introdução: tema, problema, objectivos e justificativa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Desenvolvimento: revisão da literatura, metodologia, resultados e discussão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responde aos objectivos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Pós-textual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Apêndices (produzidos pelo autor)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(documentos de terceiros)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o modelo exigido pela sua instituição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da monografia — Elaboração de Monografias em Enfermagem: Da Pesquisa Científica à Defesa</dc:title>
  <dc:subject>Elaboração de Monografias em Enfermagem: Da Pesquisa Científica à Defesa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