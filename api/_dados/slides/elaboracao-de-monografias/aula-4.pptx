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estudo de caso analisa em profundidade um ou poucos casos em contexto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Características. Foco em profundidade, não em generalização estatística Um ou poucos casos bem delimitados Várias fontes de dados Descrição rica do contexto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Passos. Defina a pergunta e o caso Seleccione o caso com critérios claros Recolha dados (entrevista, registos, observação) Analise e descreva os achados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Ética. Consentimento informado Anonimato e confidencialidade Dados clínicos protegidos Autorização da instituição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MONOGRAFIAS EM ENFERMAGEM: DA PESQUISA CIENTÍFICA À DEFESA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de 6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como fazer um estudo de caso.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profundidade, não em generalização estatística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ou poucos casos bem delimitados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fontes de dados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rica do contexto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pergunta e o caso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 o caso com critérios claros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Recolha dados (entrevista, registos, observação)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e descreva os achados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informado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Anonimato e confidencialidade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clínicos protegidos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da instituição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de caso — Elaboração de Monografias em Enfermagem: Da Pesquisa Científica à Defesa</dc:title>
  <dc:subject>Elaboração de Monografias em Enfermagem: Da Pesquisa Científica à Defesa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