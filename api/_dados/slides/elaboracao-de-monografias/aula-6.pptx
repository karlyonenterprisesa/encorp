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revisão bibliográfica baseia-se em fontes científicas já publicadas, seleccionadas com critérios claros.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Pesquisar. Bases de dados: PubMed, SciELO, LILACS, entre outras Defina palavras-chave e use operadores AND, OR e NOT Registe a estratégia de pesquisa Prefira fontes recentes e fiáveis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Seleccionar. Critérios de inclusão e exclusão Leia título e resumo, depois o texto completo Elimine duplicados Avalie a qualidade e a relevância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Sintetizar. Organize por temas e não artigo a artigo Compare resultados e identifique lacunas Parafraseie e cite sempre Termine ligando a literatura ao seu problema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decorativo"/>
          <p:cNvSpPr/>
          <p:nvPr/>
        </p:nvSpPr>
        <p:spPr>
          <a:xfrm>
            <a:off x="6675120" y="1005840"/>
            <a:ext cx="2926080" cy="2926080"/>
          </a:xfrm>
          <a:prstGeom prst="ellipse">
            <a:avLst/>
          </a:prstGeom>
          <a:solidFill>
            <a:srgbClr val="0148E0">
              <a:alpha val="45000"/>
            </a:srgbClr>
          </a:solidFill>
          <a:ln w="12700">
            <a:solidFill>
              <a:srgbClr val="0148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ELABORAÇÃO DE MONOGRAFIAS EM ENFERMAGEM: DA PESQUISA CIENTÍFICA À DEFESA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6583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bibliográfica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de 6 · 1 hora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AULA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Pesquisar, seleccionar e sintetizar literatura científica.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slides · teste final de 10 perguntas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SLIDE 1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dados: PubMed, SciELO, LILACS, entre outras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palavras-chave e use operadores AND, OR e NOT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 a estratégia de pesquisa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fontes recentes e fiáveis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SLIDE 2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inclusão e exclusão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título e resumo, depois o texto completo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Elimine duplicados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a qualidade e a relevância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 · SLIDE 3 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por temas e não artigo a artigo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resultados e identifique lacunas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Parafraseie e cite sempre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43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ligando a literatura ao seu problema</a:t>
            </a:r>
            <a:endParaRPr lang="en-US" sz="1900" dirty="0"/>
          </a:p>
        </p:txBody>
      </p:sp>
      <p:sp>
        <p:nvSpPr>
          <p:cNvPr id="5" name="Círculo do número"/>
          <p:cNvSpPr/>
          <p:nvPr/>
        </p:nvSpPr>
        <p:spPr>
          <a:xfrm>
            <a:off x="6400800" y="1783080"/>
            <a:ext cx="2103120" cy="2103120"/>
          </a:xfrm>
          <a:prstGeom prst="ellipse">
            <a:avLst/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17830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14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8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avaliação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perguntas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mínima de aprovação: 70%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avança para a aula seguinte quem for aprovado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Enfermeiro Corporativo · encorp.vercel.app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Alcartel Digital 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bibliográfica — Elaboração de Monografias em Enfermagem: Da Pesquisa Científica à Defesa</dc:title>
  <dc:subject>Elaboração de Monografias em Enfermagem: Da Pesquisa Científica à Defesa</dc:subject>
  <dc:creator>Enfermeiro Corporativo</dc:creator>
  <cp:lastModifiedBy>Enfermeiro Corporativo</cp:lastModifiedBy>
  <cp:revision>1</cp:revision>
  <dcterms:created xsi:type="dcterms:W3CDTF">2026-10-17T20:38:24Z</dcterms:created>
  <dcterms:modified xsi:type="dcterms:W3CDTF">2026-10-17T20:38:24Z</dcterms:modified>
</cp:coreProperties>
</file>