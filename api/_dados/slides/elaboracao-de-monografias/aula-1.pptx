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bom projecto começa por uma pergunta de pesquisa clara e viável, com objectivos que a respondam.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tema ao problema. Tema: área geral de interesse Delimite no espaço, no tempo e na população Problema: pergunta que a pesquisa quer responder Verifique se é viável e relevante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Objectivos e justificativa. Objectivo geral: o que pretende alcançar Objectivos específicos: passos mensuráveis, com verbo no infinitivo Justificativa: porque o estudo é importante Hipótese, quando aplicável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e ética. Planeie etapas e prazos realistas Preveja recursos e custos Estudos com pessoas exigem aprovação ética Consentimento informado e confidencialidade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de pesquisa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problema, objectivos e justificativa de um projecto.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tema ao problema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área geral de interesse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 no espaço, no tempo e na população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pergunta que a pesquisa quer responder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é viável e relevante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e justificativa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 geral: o que pretende alcançar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específicos: passos mensuráveis, com verbo no infinitivo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porque o estudo é importante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Hipótese, quando aplicável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 ética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Planeie etapas e prazos realistas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Preveja recursos e custos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com pessoas exigem aprovação ética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informado e confidencialidade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Projecto de pesquisa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