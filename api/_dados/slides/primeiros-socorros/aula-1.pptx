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ajudar, proteja-se: uma segunda vítima não ajuda ninguém. Depois avalie a vítima e peça ajuda diferenciada.
Seguir uma sequência simples reduz erros em situações de 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em primeiro lugar. Observe a cena: trânsito, fogo, electricidade, desabamento, agressores Use luvas e outras barreiras quando disponíveis Só se aproxime se a cena for segura Se não for segura, afaste-se e peça ajuda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Avaliar a vítima. Chame-a pelo nome e toque-lhe nos ombros Se responde: avalie queixas e lesões Se não responde: peça ajuda e avalie a respiração Respira normalmente? Veja, ouça e sinta durante até 10 segundos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ajuda. Ligue para o número de emergência local ou peça a alguém para o fazer Diga onde está, o que aconteceu, quantas vítimas e o estado delas Não desligue primeiro: siga as instruções do operador Se estiver sozinho, ligue com o telemóvel em alta voz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cena e pedir ajuda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cena, avaliação da vítima e activação do socorro.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primeiro lugar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 cena: trânsito, fogo, electricidade, desabamento, agressores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luvas e outras barreiras quando disponíveis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aproxime se a cena for segura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for segura, afaste-se e peça ajuda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vítima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Chame-a pelo nome e toque-lhe nos ombros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responde: avalie queixas e lesões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responde: peça ajuda e avalie a respiração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 normalmente? Veja, ouça e sinta durante até 10 segundos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ajuda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 para o número de emergência local ou peça a alguém para o fazer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onde está, o que aconteceu, quantas vítimas e o estado delas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desligue primeiro: siga as instruções do operador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estiver sozinho, ligue com o telemóvel em alta voz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Avaliar a cena e pedir ajuda — Primeiros socorros</dc:title>
  <dc:subject>Primeiros socorros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