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três situações são frequentes e têm actuações muito diferentes. Reconhecê-las e agir com calma protege o doente.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Convulsão. Proteja a cabeça e afaste objectos perigosos Não segure nem introduza nada na boca Registe a duração Depois, coloque em posição lateral de segurança e vigie a respiração Convulsão com mais de 5 minutos ou repetida: urgência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Desmaio. Deite a pessoa e eleve as pernas Afrouxe roupa apertada e garanta ar fresco Avalie a respiração e a recuperação Se não recupera rapidamente ou não respira normalmente: pedir ajuda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Hipoglicemia. Sinais: suor frio, tremores, fome, confusão, irritabilidade Doente consciente que engole: 15 a 20 g de açúcar de absorção rápida Reavalie após cerca de 15 minutos Doente inconsciente: nada pela boca, posição lateral de segurança e pedir ajuda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SOCORROS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Convulsões, desmaio e hipoglicemia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Actuação perante convulsões, perda de consciência e baixa de açúcar no sangue.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Convulsão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Proteja a cabeça e afaste objectos perigosos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segure nem introduza nada na boca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a duração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coloque em posição lateral de segurança e vigie a respiração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Convulsão com mais de 5 minutos ou repetida: urgência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Desmaio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Deite a pessoa e eleve as pernas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Afrouxe roupa apertada e garanta ar fresco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 respiração e a recuperação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recupera rapidamente ou não respira normalmente: pedir ajuda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Hipoglicemia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Sinais: suor frio, tremores, fome, confusão, irritabilidade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Doente consciente que engole: 15 a 20 g de açúcar de absorção rápida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Reavalie após cerca de 15 minutos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Doente inconsciente: nada pela boca, posição lateral de segurança e pedir ajuda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Convulsões, desmaio e hipoglicemia — Primeiros socorros</dc:title>
  <dc:subject>Primeiros socorros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