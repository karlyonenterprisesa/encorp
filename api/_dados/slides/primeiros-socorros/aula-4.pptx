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suspeita de fractura, o objectivo é evitar o movimento do osso lesionado e transportar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Sinais de fractura. Dor intensa e localizada Deformidade, inchaço e hematoma Incapacidade de mover o membro Ferida com osso exposto (fractura exposta)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imobilizar. Não tente endireitar o membro Imobilize a articulação acima e abaixo da lesão Use talas, cartão ou o corpo do próprio doente Acolchoe e não aperte demasiado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Vigilância. Verifique a cor, o calor, a sensibilidade e o pulso abaixo da lesão antes e depois Em fractura exposta, cubra com compressa limpa sem empurrar o osso Suspeita de lesão da coluna: não mova a vítima sem necessidade Procure ajuda diferenciada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Fracturas e imobilização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suspeita de fractura e imobilizar com segurança.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fractura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intensa e localizada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Deformidade, inchaço e hematoma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Incapacidade de mover o membro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Ferida com osso exposto (fractura exposta)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imobilizar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tente endireitar o membro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Imobilize a articulação acima e abaixo da lesão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talas, cartão ou o corpo do próprio doente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Acolchoe e não aperte demasiado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a cor, o calor, a sensibilidade e o pulso abaixo da lesão antes e depois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fractura exposta, cubra com compressa limpa sem empurrar o osso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 de lesão da coluna: não mova a vítima sem necessidade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ajuda diferenciada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Fracturas e imobilização — Primeiros socorros</dc:title>
  <dc:subject>Primeiros socorros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