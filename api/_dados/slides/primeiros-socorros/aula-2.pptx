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suporte básico de vida (SBV) mantém o sangue e o oxigénio a circular até chegar ajuda diferenciada. Compressões de qualidade e início precoce são o que mais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Compressões torácicas no adulto. Centro do tórax, com as mãos sobrepostas Profundidade de 5 a 6 cm Frequência de 100 a 120 por minuto Deixe o tórax retornar completamente e minimize as pausas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Compressões e ventilações. Relação habitual: 30 compressões e 2 ventilações Se não souber ou não quiser ventilar, faça só compressões Cada ventilação dura cerca de 1 segundo e eleva visivelmente o tórax Troque de socorrista a cada 2 minutos, se possível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Desfibrilhador externo automático (DEA). Ligue-o logo que chegue e siga as instruções de voz Cole os eléctrodos como indicado no desenho Ninguém toca na vítima durante a análise e o choque Reinicie as compressões imediatamente após o choque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básico de vida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Compressões torácicas, ventilações e uso do desfibrilhador externo automático.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Compressões torácicas no adulto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do tórax, com as mãos sobrepostas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de 5 a 6 cm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100 a 120 por minuto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tórax retornar completamente e minimize as pausas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Compressões e ventilações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habitual: 30 compressões e 2 ventilações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não souber ou não quiser ventilar, faça só compressões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ventilação dura cerca de 1 segundo e eleva visivelmente o tórax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de socorrista a cada 2 minutos, se possível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Desfibrilhador externo automático (DEA)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Ligue-o logo que chegue e siga as instruções de voz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os eléctrodos como indicado no desenho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toca na vítima durante a análise e o choque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 as compressões imediatamente após o choque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Suporte básico de vida — Primeiros socorros</dc:title>
  <dc:subject>Primeiros socorros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