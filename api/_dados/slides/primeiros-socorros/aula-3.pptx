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hemorragia grave pode ser fatal em poucos minutos: comprimir directamente é a primeira medida. As queimaduras tratam-se arrefecendo com água corrente.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Hemorragia externa. Pressão directa e firme sobre a ferida com compressa ou pano limpo Não retire o pano encharcado; acrescente outro por cima Eleve o membro se possível, mas mantenha a pressão Se a hemorragia de um membro for mortal e a pressão falhar, o garrote é o último recurso e deve ter hora anotada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Feridas. Lave as mãos e use luvas Lave a ferida com água corrente limpa Cubra com penso limpo Procure ajuda em feridas profundas, sujas, com corpo estranho ou mordeduras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Queimaduras. Afaste da fonte de calor Arrefeça com água corrente fresca durante cerca de 20 minutos Não use gelo, manteiga, pasta de dentes nem rebente bolhas Cubra com penso limpo e não aderente e procure ajuda se for extensa ou em zonas críticas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SOCORROS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Hemorragias, feridas e queimaduras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hemorragia, cuidados a feridas e primeiros cuidados nas queimaduras.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 externa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directa e firme sobre a ferida com compressa ou pano limpo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retire o pano encharcado; acrescente outro por cima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 o membro se possível, mas mantenha a pressão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hemorragia de um membro for mortal e a pressão falhar, o garrote é o último recurso e deve ter hora anotada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 as mãos e use luvas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 a ferida com água corrente limpa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Cubra com penso limpo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ajuda em feridas profundas, sujas, com corpo estranho ou mordeduras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Queimaduras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Afaste da fonte de calor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Arrefeça com água corrente fresca durante cerca de 20 minutos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gelo, manteiga, pasta de dentes nem rebente bolhas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Cubra com penso limpo e não aderente e procure ajuda se for extensa ou em zonas críticas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Hemorragias, feridas e queimaduras — Primeiros socorros</dc:title>
  <dc:subject>Primeiros socorros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