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NEWS2 soma pontos de sete parâmetros para alertar precocemente: frequência respiratória, SpO₂, oxigénio suplementar, tensão arterial sistólica, pulso, consciência e temperatura.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sete parâmetros. Frequência respiratória Saturação de oxigénio Ar ambiente ou oxigénio suplementar Tensão arterial sistólica Frequência de pulso Nível de consciência Temperatura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Interpretar a pontuação. Pontuação baixa: continuar a monitorizar na frequência definida Parâmetro isolado com pontuação máxima: avaliação urgente Pontuação intermédia: resposta urgente da equipa Pontuação alta: resposta de emergência Siga os limiares do protocolo da sua instituição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Agir. Aumente a frequência das observações Comunique de forma estruturada Registe valores, hora e a quem avisou A escala apoia o julgamento clínico e não o substitui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 DE PACIENTES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a deterioração (NEWS2)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 a escala NEWS2 para identificar o doente que se agrava.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sete parâmetros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respiratória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Saturação de oxigénio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ambiente ou oxigénio suplementar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arterial sistólica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pulso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consciência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a pontuação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baixa: continuar a monitorizar na frequência definida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isolado com pontuação máxima: avaliação urgente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intermédia: resposta urgente da equipa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alta: resposta de emergência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os limiares do protocolo da sua instituição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Aumente a frequência das observações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 de forma estruturada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valores, hora e a quem avisou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 apoia o julgamento clínico e não o substitui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Reconhecer a deterioração (NEWS2) — Estabilização de pacientes</dc:title>
  <dc:subject>Estabilização de pacientes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