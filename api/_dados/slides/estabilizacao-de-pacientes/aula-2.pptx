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oxigénio é um medicamento: tem indicação, dose e alvo. Dar de mais pode ser tão mau como dar de menos em alguns doentes.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e quanto. Indicado na hipoxemia, de acordo com prescrição ou protocolo Alvo habitual no adulto: SpO₂ de 94 a 98% Doentes com risco de insuficiência respiratória hipercápnica (por exemplo, DPOC): alvo de 88 a 92% Registe sempre o dispositivo e o fluxo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Dispositivos. Cânula nasal: fluxos baixos, cerca de 1 a 4 L/min Máscara simples: fluxos moderados Máscara com reservatório: fluxos altos, cerca de 10 a 15 L/min Humidificação conforme protocolo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Segurança. Oxigénio favorece a combustão: sem chamas nem tabaco Verifique o fluxómetro e as ligações Reavalie a saturação e a respiração após cada ajuste Se o doente piorar, alerte a equipa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DE PACIENTES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Oxigenoterapia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Indicações, dispositivos e alvos de saturação.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quanto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 na hipoxemia, de acordo com prescrição ou protocolo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habitual no adulto: SpO₂ de 94 a 98%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Doentes com risco de insuficiência respiratória hipercápnica (por exemplo, DPOC): alvo de 88 a 92%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sempre o dispositivo e o fluxo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Cânula nasal: fluxos baixos, cerca de 1 a 4 L/min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simples: fluxos moderados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com reservatório: fluxos altos, cerca de 10 a 15 L/min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Humidificação conforme protocolo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Oxigénio favorece a combustão: sem chamas nem tabaco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o fluxómetro e as ligações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a saturação e a respiração após cada ajuste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doente piorar, alerte a equipa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Oxigenoterapia — Estabilização de pacientes</dc:title>
  <dc:subject>Estabilização de pacientes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