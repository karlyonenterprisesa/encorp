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abordagem ABCDE organiza a avaliação por prioridades: o que mata mais depressa avalia-se e trata-se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 B: via aérea e respiração. A: via aérea permeável? Fala, ruídos, obstrução B: frequência respiratória, esforço, saturação, simetria do tórax Resolva cada problema antes de passar à letra seguinte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e D: circulação e défice neurológico. C: pulso, tensão arterial, perfusão, hemorragias D: estado de consciência (por exemplo, escala AVPU), pupilas e glicemia Reavalie sempre que o doente mudar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E: exposição e reavaliação. E: despir para examinar, preservando dignidade e temperatura Evite a hipotermia Reavalie de forma sistemática depois de cada intervenção Peça ajuda cedo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DE PACIENTES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primária ABCDE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e prioridades da avaliação do doente crítico.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 B: via aérea e respiração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via aérea permeável? Fala, ruídos, obstrução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frequência respiratória, esforço, saturação, simetria do tórax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cada problema antes de passar à letra seguinte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 D: circulação e défice neurológico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pulso, tensão arterial, perfusão, hemorragias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estado de consciência (por exemplo, escala AVPU), pupilas e glicemia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sempre que o doente mudar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exposição e reavaliação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despir para examinar, preservando dignidade e temperatura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a hipotermia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de forma sistemática depois de cada intervenção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ajuda cedo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Avaliação primária ABCDE — Estabilização de pacientes</dc:title>
  <dc:subject>Estabilização de pacientes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