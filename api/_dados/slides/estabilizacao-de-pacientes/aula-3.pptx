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acesso venoso periférico permite medicamentos e fluidos. A técnica asséptica e a vigilância previnem complicações.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Preparação e técnica. Higiene das mãos e luvas Escolha o local e o calibre adequados Desinfecte a pele e respeite o tempo de secagem Confirme o retorno venoso e fixe o cateter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Fluidos. Cristaloides (por exemplo, soro fisiológico, Ringer lactato) conforme prescrição Em hipovolemia, administre em bólus prescritos e reavalie após cada um Verifique o rótulo, o prazo e o aspecto Registe volume, hora e resposta do doente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Vigilância e complicações. Infiltração: inchaço, frio, dor no local Flebite: vermelhidão, calor, cordão doloroso Sobrecarga de fluidos: dispneia, edemas Pare e avise a equipa perante sinais de complicação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ESTABILIZAÇÃO DE PACIENTES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venoso e fluidos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de 5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cateter, cuidados e administração de fluidos.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SLIDE 1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e técnica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Higiene das mãos e luvas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local e o calibre adequados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Desinfecte a pele e respeite o tempo de secagem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o retorno venoso e fixe o cateter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SLIDE 2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Cristaloides (por exemplo, soro fisiológico, Ringer lactato) conforme prescrição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hipovolemia, administre em bólus prescritos e reavalie após cada um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o rótulo, o prazo e o aspecto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 volume, hora e resposta do doente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 · SLIDE 3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Vigilância e complicações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Infiltração: inchaço, frio, dor no local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Flebite: vermelhidão, calor, cordão doloroso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 de fluidos: dispneia, edemas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e avise a equipa perante sinais de complicação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Acesso venoso e fluidos — Estabilização de pacientes</dc:title>
  <dc:subject>Estabilização de pacientes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