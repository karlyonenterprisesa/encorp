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choque é uma falência circulatória que não entrega oxigénio suficiente aos tecidos. Reconhecê-lo cedo e tratar a causa salva vidas.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Tipos de choque. Hipovolémico: perda de volume (hemorragia, desidratação) Cardiogénico: falência da bomba Distributivo: vasodilatação (séptico, anafiláctico) Obstrutivo: obstáculo à circulação (por exemplo, tamponamento, embolia)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Sinais. Taquicardia e taquipneia Hipotensão (pode surgir tarde) Pele fria e pegajosa, ou quente e vermelha em alguns casos Enchimento capilar lento, oligúria e alteração da consciência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Primeiras acções. ABCDE, oxigénio se indicado e monitorização Acesso venoso e fluidos conforme prescrição e causa Tratar a causa: parar hemorragia, antibióticos, adrenalina em anafilaxia Alertar a equipa de emergência e reavaliar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ESTABILIZAÇÃO DE PACIENTES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Choque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de 5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e abordar os tipos de choque.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SLIDE 1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choque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Hipovolémico: perda de volume (hemorragia, desidratação)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Cardiogénico: falência da bomba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Distributivo: vasodilatação (séptico, anafiláctico)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Obstrutivo: obstáculo à circulação (por exemplo, tamponamento, embolia)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SLIDE 2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Taquicardia e taquipneia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Hipotensão (pode surgir tarde)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 fria e pegajosa, ou quente e vermelha em alguns casos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Enchimento capilar lento, oligúria e alteração da consciência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SLIDE 3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Primeiras acções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ABCDE, oxigénio se indicado e monitorização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venoso e fluidos conforme prescrição e causa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a causa: parar hemorragia, antibióticos, adrenalina em anafilaxia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Alertar a equipa de emergência e reavaliar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Choque — Estabilização de pacientes</dc:title>
  <dc:subject>Estabilização de pacientes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