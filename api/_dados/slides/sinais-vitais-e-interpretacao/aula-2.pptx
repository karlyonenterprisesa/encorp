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frequência respiratória (FR) é o sinal vital mais facilmente esquecido, mas é dos que mais cedo se altera num doente que se agrava.
A saturação periférica de oxigénio (SpO₂) mede, de forma não invasiva, a percentagem de hemoglobina saturada com oxigénio.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Frequência respiratória. Adulto em repouso: 12 a 20 respirações por minuto Taquipneia: acima de 20 por minuto Bradipneia: abaixo de 12 por minuto Conte durante 60 segundos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contar a respiração. Mantenha a posição do dedo no pulso, como se ainda o contasse Observe o movimento do tórax ou do abdómen Cada subida e descida conta como uma respiração Registe também esforço respiratório e uso de músculos acessórios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Saturação periférica de oxigénio (SpO₂). Valor habitual: 95% ou mais em ar ambiente Persistentemente abaixo de 90%: avaliação urgente Coloque o sensor num dedo limpo, quente e imóvel Registe se o doente está em ar ambiente ou com oxigénio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Limitações do oxímetro. Extremidades frias ou má perfusão dão leituras pouco fiáveis Verniz ou unhas postiças podem alterar a leitura Movimento do doente dificulta a medição Na intoxicação por monóxido de carbono a leitura pode parecer normal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ecorativo"/>
          <p:cNvSpPr/>
          <p:nvPr/>
        </p:nvSpPr>
        <p:spPr>
          <a:xfrm>
            <a:off x="6675120" y="1005840"/>
            <a:ext cx="2926080" cy="2926080"/>
          </a:xfrm>
          <a:prstGeom prst="ellipse">
            <a:avLst/>
          </a:prstGeom>
          <a:solidFill>
            <a:srgbClr val="0148E0">
              <a:alpha val="45000"/>
            </a:srgbClr>
          </a:solidFill>
          <a:ln w="12700">
            <a:solidFill>
              <a:srgbClr val="014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VITAIS E INTERPRETAÇÃO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Respiração e saturação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de 4 · 1 hora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da frequência respiratória e utilização do oxímetro de pulso.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slides · teste final de 10 perguntas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SLIDE 1 DE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respiratória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 em repouso: 12 a 20 respirações por minuto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Taquipneia: acima de 20 por minuto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Bradipneia: abaixo de 12 por minuto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 durante 60 segundos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SLIDE 2 DE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contar a respiração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a posição do dedo no pulso, como se ainda o contasse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o movimento do tórax ou do abdómen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subida e descida conta como uma respiração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 também esforço respiratório e uso de músculos acessórios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SLIDE 3 DE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Saturação periférica de oxigénio (SpO₂)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habitual: 95% ou mais em ar ambiente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Persistentemente abaixo de 90%: avaliação urgente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Coloque o sensor num dedo limpo, quente e imóvel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 se o doente está em ar ambiente ou com oxigénio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SLIDE 4 DE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do oxímetro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Extremidades frias ou má perfusão dão leituras pouco fiáveis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Verniz ou unhas postiças podem alterar a leitura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Movimento do doente dificulta a medição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intoxicação por monóxido de carbono a leitura pode parecer normal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avaliação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perguntas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de aprovação: 70%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avança para a aula seguinte quem for aprovado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Alcartel Digital 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Respiração e saturação — Sinais vitais e interpretação</dc:title>
  <dc:subject>Sinais vitais e interpretação</dc:subject>
  <dc:creator>Enfermeiro Corporativo</dc:creator>
  <cp:lastModifiedBy>Enfermeiro Corporativo</cp:lastModifiedBy>
  <cp:revision>1</cp:revision>
  <dcterms:created xsi:type="dcterms:W3CDTF">2026-10-17T20:38:24Z</dcterms:created>
  <dcterms:modified xsi:type="dcterms:W3CDTF">2026-10-17T20:38:24Z</dcterms:modified>
</cp:coreProperties>
</file>