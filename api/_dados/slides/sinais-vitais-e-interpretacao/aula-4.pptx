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sinais vitais só ganham sentido quando interpretados em conjunto e ao longo do tempo. Um valor ligeiramente alterado mas estável pode ser menos preocupante do que valores normais que pioram a cada medição.
Aprenda a reconhecer os sinais de deterioração e a comunicar de forma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o conjunto e a tendência. Compare sempre com os valores anteriores do mesmo doente Uma tendência de agravamento pesa mais do que um valor isolado Relacione os valores com o estado do doente: queixas, cor da pele, consciência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Sinais de alerta. Frequência respiratória muito alta ou muito baixa SpO₂ abaixo de 90% Tensão arterial baixa com tonturas, pele fria ou confusão Alteração do estado de consciência Febre alta com mau estado geral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e como alertar. Alerte sem demora quando houver sinais de deterioração Siga o protocolo e a escala de alerta da sua instituição (por exemplo, NEWS2) Seja claro: situação, avaliação, o que observou, o que pede Registe valores, hora e a quem comunicou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Registo correcto. Valor, unidade, hora e local de medição Condições relevantes: oxigénio, posição, repouso Valores anormais repetidos e acção tomada Nunca registe um valor que não mediu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 E INTERPRETAÇÃO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e alertar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de 4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referência, tendências e quando alertar a equipa.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1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conjunto e a tendência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sempre com os valores anteriores do mesmo doente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tendência de agravamento pesa mais do que um valor isolado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 os valores com o estado do doente: queixas, cor da pele, consciência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2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respiratória muito alta ou muito baixa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abaixo de 90%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arterial baixa com tonturas, pele fria ou confusão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do estado de consciência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 alta com mau estado geral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3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como alertar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sem demora quando houver sinais de deterioração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o protocolo e a escala de alerta da sua instituição (por exemplo, NEWS2)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claro: situação, avaliação, o que observou, o que pede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valores, hora e a quem comunicou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4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correcto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unidade, hora e local de medição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relevantes: oxigénio, posição, repouso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anormais repetidos e acção tomada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registe um valor que não mediu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Interpretar e alertar — Sinais vitais e interpretação</dc:title>
  <dc:subject>Sinais vitais e interpretação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