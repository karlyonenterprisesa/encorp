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Nesta aula aprende a medir a temperatura e o pulso com técnica correcta e a registar os valores.
A temperatura pode ser medida na axila, na boca, no ouvido ou na testa. Escolha o local conforme o doente e o material disponível, e use sempre o mesmo local para comparar valores ao longo do tempo.
O pulso radial avalia a frequência (batimentos por minuto), o ritmo (regular ou irregular) e a amplitude (fraco, normal, forte).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Temperatura corporal: valores de referência. Adulto saudável, axilar: cerca de 36,0 a 37,0 °C Febre: a partir de 38,0 °C Hipotermia: abaixo de 35,0 °C Registe sempre o local da medição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Técnica de medição da temperatura. Lave as mãos e explique o procedimento Verifique que o termómetro está limpo e a zero Axila seca, termómetro bem encostado à pele Aguarde o sinal sonoro ou o tempo indicado Leia, registe e limpe o termómetro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Pulso radial: como avaliar. Use as pontas de dois ou três dedos, nunca o polegar Pulso regular: conte 30 segundos e multiplique por 2 Pulso irregular: conte 60 segundos completos Avalie frequência, ritmo e amplitude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Pulso: valores de referência. Adulto em repouso: 60 a 100 batimentos por minuto Taquicardia: acima de 100 bpm Bradicardia: abaixo de 60 bpm Febre, dor, ansiedade e hemorragia podem aumentar a frequência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"/>
          <p:cNvSpPr/>
          <p:nvPr/>
        </p:nvSpPr>
        <p:spPr>
          <a:xfrm>
            <a:off x="6675120" y="1005840"/>
            <a:ext cx="2926080" cy="2926080"/>
          </a:xfrm>
          <a:prstGeom prst="ellipse">
            <a:avLst/>
          </a:prstGeom>
          <a:solidFill>
            <a:srgbClr val="0148E0">
              <a:alpha val="45000"/>
            </a:srgbClr>
          </a:solidFill>
          <a:ln w="12700">
            <a:solidFill>
              <a:srgbClr val="014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VITAIS E INTERPRETAÇÃO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e pulso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de 4 · 1 hora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Locais e técnica de medição da temperatura; frequência, ritmo e amplitude do pulso.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slides · teste final de 10 perguntas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SLIDE 1 DE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corporal: valores de referência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 saudável, axilar: cerca de 36,0 a 37,0 °C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Febre: a partir de 38,0 °C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Hipotermia: abaixo de 35,0 °C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 sempre o local da medição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SLIDE 2 DE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medição da temperatura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Lave as mãos e explique o procedimento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que o termómetro está limpo e a zero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Axila seca, termómetro bem encostado à pele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Aguarde o sinal sonoro ou o tempo indicado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Leia, registe e limpe o termómetro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SLIDE 3 DE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radial: como avaliar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pontas de dois ou três dedos, nunca o polegar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regular: conte 30 segundos e multiplique por 2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 irregular: conte 60 segundos completos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frequência, ritmo e amplitude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· SLIDE 4 DE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Pulso: valores de referência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Adulto em repouso: 60 a 100 batimentos por minuto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Taquicardia: acima de 100 bpm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Bradicardia: abaixo de 60 bpm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Febre, dor, ansiedade e hemorragia podem aumentar a frequência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avaliação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perguntas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de aprovação: 70%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avança para a aula seguinte quem for aprovado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Alcartel Digital 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Temperatura e pulso — Sinais vitais e interpretação</dc:title>
  <dc:subject>Sinais vitais e interpretação</dc:subject>
  <dc:creator>Enfermeiro Corporativo</dc:creator>
  <cp:lastModifiedBy>Enfermeiro Corporativo</cp:lastModifiedBy>
  <cp:revision>1</cp:revision>
  <dcterms:created xsi:type="dcterms:W3CDTF">2026-10-17T20:38:24Z</dcterms:created>
  <dcterms:modified xsi:type="dcterms:W3CDTF">2026-10-17T20:38:24Z</dcterms:modified>
</cp:coreProperties>
</file>