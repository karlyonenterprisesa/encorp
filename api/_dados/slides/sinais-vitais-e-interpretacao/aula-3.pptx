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tensão arterial (TA) exprime-se em mmHg, com dois valores: sistólica (contracção do coração) e diastólica (relaxamento).
A técnica influencia muito o resultado: braçadeira adequada, braço ao nível do coração e repouso prévio são os pontos mais importantes.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Valores de referência da TA no adulto. Normal: abaixo de 120/80 mmHg Hipertensão: 140/90 mmHg ou mais, confirmada em medições repetidas Hipotensão: abaixo de 90/60 mmHg, sobretudo se houver sintomas Um valor isolado não faz o diagnóstico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Preparar o doente. Repouso sentado durante cerca de 5 minutos Sem fumar nem tomar café nos 30 minutos anteriores Bexiga vazia, costas apoiadas, pernas sem cruzar Braço descoberto, apoiado ao nível do coração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Escolher e colocar a braçadeira. A largura deve cobrir cerca de 40% do perímetro do braço Braçadeira demasiado pequena: valores falsamente altos Braçadeira demasiado grande: valores falsamente baixos Coloque o bordo inferior 2 a 3 cm acima da prega do cotovelo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Erros comuns. Braço abaixo ou acima do nível do coração Falar durante a medição Esvaziar a braçadeira depressa demais Medir sobre roupa apertada Não repetir uma medição suspeita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 decorativo"/>
          <p:cNvSpPr/>
          <p:nvPr/>
        </p:nvSpPr>
        <p:spPr>
          <a:xfrm>
            <a:off x="6675120" y="1005840"/>
            <a:ext cx="2926080" cy="2926080"/>
          </a:xfrm>
          <a:prstGeom prst="ellipse">
            <a:avLst/>
          </a:prstGeom>
          <a:solidFill>
            <a:srgbClr val="0148E0">
              <a:alpha val="45000"/>
            </a:srgbClr>
          </a:solidFill>
          <a:ln w="12700">
            <a:solidFill>
              <a:srgbClr val="0148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VITAIS E INTERPRETAÇÃO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6583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Tensão arterial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46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de 4 · 1 hora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NESTA AULA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de medição, escolha da braçadeira e erros comuns.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slides · teste final de 10 perguntas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SLIDE 1 DE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de referência da TA no adulto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Normal: abaixo de 120/80 mmHg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Hipertensão: 140/90 mmHg ou mais, confirmada em medições repetidas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Hipotensão: abaixo de 90/60 mmHg, sobretudo se houver sintomas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valor isolado não faz o diagnóstico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SLIDE 2 DE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o doente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Repouso sentado durante cerca de 5 minutos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fumar nem tomar café nos 30 minutos anteriores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Bexiga vazia, costas apoiadas, pernas sem cruzar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Braço descoberto, apoiado ao nível do coração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SLIDE 3 DE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e colocar a braçadeira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largura deve cobrir cerca de 40% do perímetro do braço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Braçadeira demasiado pequena: valores falsamente altos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Braçadeira demasiado grande: valores falsamente baixos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Coloque o bordo inferior 2 a 3 cm acima da prega do cotovelo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SLIDE 4 DE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comuns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Braço abaixo ou acima do nível do coração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Falar durante a medição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Esvaziar a braçadeira depressa demais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sobre roupa apertada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repetir uma medição suspeita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avaliação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46888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perguntas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mínima de aprovação: 70%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avança para a aula seguinte quem for aprovado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Alcartel Digital Vision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Tensão arterial — Sinais vitais e interpretação</dc:title>
  <dc:subject>Sinais vitais e interpretação</dc:subject>
  <dc:creator>Enfermeiro Corporativo</dc:creator>
  <cp:lastModifiedBy>Enfermeiro Corporativo</cp:lastModifiedBy>
  <cp:revision>1</cp:revision>
  <dcterms:created xsi:type="dcterms:W3CDTF">2026-10-17T20:38:24Z</dcterms:created>
  <dcterms:modified xsi:type="dcterms:W3CDTF">2026-10-17T20:38:24Z</dcterms:modified>
</cp:coreProperties>
</file>